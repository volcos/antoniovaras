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2" autoAdjust="0"/>
    <p:restoredTop sz="94660"/>
  </p:normalViewPr>
  <p:slideViewPr>
    <p:cSldViewPr snapToGrid="0" showGuides="1">
      <p:cViewPr varScale="1">
        <p:scale>
          <a:sx n="112" d="100"/>
          <a:sy n="112" d="100"/>
        </p:scale>
        <p:origin x="552" y="9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editar el estilo de subtítulo del patrón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70B7FF-D76F-4ECF-8C7E-07DA33D50581}" type="datetimeFigureOut">
              <a:rPr lang="es-ES" smtClean="0"/>
              <a:t>31/08/2026</a:t>
            </a:fld>
            <a:endParaRPr lang="es-E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B66658-103E-4CF2-98BE-1DB54F5889DF}" type="slidenum">
              <a:rPr lang="es-ES" smtClean="0"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70B7FF-D76F-4ECF-8C7E-07DA33D50581}" type="datetimeFigureOut">
              <a:rPr lang="es-ES" smtClean="0"/>
              <a:t>31/08/2026</a:t>
            </a:fld>
            <a:endParaRPr lang="es-E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B66658-103E-4CF2-98BE-1DB54F5889DF}" type="slidenum">
              <a:rPr lang="es-ES" smtClean="0"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70B7FF-D76F-4ECF-8C7E-07DA33D50581}" type="datetimeFigureOut">
              <a:rPr lang="es-ES" smtClean="0"/>
              <a:t>31/08/2026</a:t>
            </a:fld>
            <a:endParaRPr lang="es-E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B66658-103E-4CF2-98BE-1DB54F5889DF}" type="slidenum">
              <a:rPr lang="es-ES" smtClean="0"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70B7FF-D76F-4ECF-8C7E-07DA33D50581}" type="datetimeFigureOut">
              <a:rPr lang="es-ES" smtClean="0"/>
              <a:t>31/08/2026</a:t>
            </a:fld>
            <a:endParaRPr lang="es-E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B66658-103E-4CF2-98BE-1DB54F5889DF}" type="slidenum">
              <a:rPr lang="es-ES" smtClean="0"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7" name="Marcador de fech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70B7FF-D76F-4ECF-8C7E-07DA33D50581}" type="datetimeFigureOut">
              <a:rPr lang="es-ES" smtClean="0"/>
              <a:t>31/08/2026</a:t>
            </a:fld>
            <a:endParaRPr lang="es-ES"/>
          </a:p>
        </p:txBody>
      </p:sp>
      <p:sp>
        <p:nvSpPr>
          <p:cNvPr id="8" name="Marcador de pie de página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Marcador de número de diapositiva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B66658-103E-4CF2-98BE-1DB54F5889DF}" type="slidenum">
              <a:rPr lang="es-ES" smtClean="0"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fech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70B7FF-D76F-4ECF-8C7E-07DA33D50581}" type="datetimeFigureOut">
              <a:rPr lang="es-ES" smtClean="0"/>
              <a:t>31/08/2026</a:t>
            </a:fld>
            <a:endParaRPr lang="es-ES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B66658-103E-4CF2-98BE-1DB54F5889DF}" type="slidenum">
              <a:rPr lang="es-ES" smtClean="0"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70B7FF-D76F-4ECF-8C7E-07DA33D50581}" type="datetimeFigureOut">
              <a:rPr lang="es-ES" smtClean="0"/>
              <a:t>31/08/2026</a:t>
            </a:fld>
            <a:endParaRPr lang="es-ES"/>
          </a:p>
        </p:txBody>
      </p:sp>
      <p:sp>
        <p:nvSpPr>
          <p:cNvPr id="3" name="Marcador de pie de página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B66658-103E-4CF2-98BE-1DB54F5889DF}" type="slidenum">
              <a:rPr lang="es-ES" smtClean="0"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70B7FF-D76F-4ECF-8C7E-07DA33D50581}" type="datetimeFigureOut">
              <a:rPr lang="es-ES" smtClean="0"/>
              <a:t>31/08/2026</a:t>
            </a:fld>
            <a:endParaRPr lang="es-E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B66658-103E-4CF2-98BE-1DB54F5889DF}" type="slidenum">
              <a:rPr lang="es-ES" smtClean="0"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70B7FF-D76F-4ECF-8C7E-07DA33D50581}" type="datetimeFigureOut">
              <a:rPr lang="es-ES" smtClean="0"/>
              <a:t>31/08/2026</a:t>
            </a:fld>
            <a:endParaRPr lang="es-E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B66658-103E-4CF2-98BE-1DB54F5889DF}" type="slidenum">
              <a:rPr lang="es-ES" smtClean="0"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70B7FF-D76F-4ECF-8C7E-07DA33D50581}" type="datetimeFigureOut">
              <a:rPr lang="es-ES" smtClean="0"/>
              <a:t>31/08/2026</a:t>
            </a:fld>
            <a:endParaRPr lang="es-E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B66658-103E-4CF2-98BE-1DB54F5889DF}" type="slidenum">
              <a:rPr lang="es-ES" smtClean="0"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70B7FF-D76F-4ECF-8C7E-07DA33D50581}" type="datetimeFigureOut">
              <a:rPr lang="es-ES" smtClean="0"/>
              <a:t>31/08/2026</a:t>
            </a:fld>
            <a:endParaRPr lang="es-E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B66658-103E-4CF2-98BE-1DB54F5889DF}" type="slidenum">
              <a:rPr lang="es-ES" smtClean="0"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F70B7FF-D76F-4ECF-8C7E-07DA33D50581}" type="datetimeFigureOut">
              <a:rPr lang="es-ES" smtClean="0"/>
              <a:t>31/08/2026</a:t>
            </a:fld>
            <a:endParaRPr lang="es-E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5B66658-103E-4CF2-98BE-1DB54F5889DF}" type="slidenum">
              <a:rPr lang="es-ES" smtClean="0"/>
              <a:t>‹Nº›</a:t>
            </a:fld>
            <a:endParaRPr lang="es-E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3A592EF-B817-C8A8-4841-A8D610CF28D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093058"/>
            <a:ext cx="9144000" cy="1262419"/>
          </a:xfrm>
        </p:spPr>
        <p:txBody>
          <a:bodyPr/>
          <a:lstStyle/>
          <a:p>
            <a:r>
              <a:rPr lang="es-MX" dirty="0" err="1">
                <a:solidFill>
                  <a:schemeClr val="accent1"/>
                </a:solidFill>
              </a:rPr>
              <a:t>EventApp</a:t>
            </a:r>
            <a:endParaRPr lang="es-CL" dirty="0">
              <a:solidFill>
                <a:schemeClr val="accent1"/>
              </a:solidFill>
            </a:endParaRP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CCC61372-7B9D-1E1B-81D7-564274B7B91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447553"/>
            <a:ext cx="9144000" cy="1655762"/>
          </a:xfrm>
        </p:spPr>
        <p:txBody>
          <a:bodyPr/>
          <a:lstStyle/>
          <a:p>
            <a:endParaRPr lang="es-CL" dirty="0">
              <a:solidFill>
                <a:schemeClr val="accent1"/>
              </a:solidFill>
            </a:endParaRPr>
          </a:p>
        </p:txBody>
      </p:sp>
      <p:grpSp>
        <p:nvGrpSpPr>
          <p:cNvPr id="16" name="Grupo 15">
            <a:extLst>
              <a:ext uri="{FF2B5EF4-FFF2-40B4-BE49-F238E27FC236}">
                <a16:creationId xmlns:a16="http://schemas.microsoft.com/office/drawing/2014/main" id="{FB4B7FCB-A4F3-4DF9-AB0A-26F1828AC149}"/>
              </a:ext>
            </a:extLst>
          </p:cNvPr>
          <p:cNvGrpSpPr/>
          <p:nvPr/>
        </p:nvGrpSpPr>
        <p:grpSpPr>
          <a:xfrm>
            <a:off x="666571" y="555477"/>
            <a:ext cx="1800000" cy="1800000"/>
            <a:chOff x="666571" y="555477"/>
            <a:chExt cx="1800000" cy="1800000"/>
          </a:xfrm>
        </p:grpSpPr>
        <p:cxnSp>
          <p:nvCxnSpPr>
            <p:cNvPr id="5" name="Conector recto 4">
              <a:extLst>
                <a:ext uri="{FF2B5EF4-FFF2-40B4-BE49-F238E27FC236}">
                  <a16:creationId xmlns:a16="http://schemas.microsoft.com/office/drawing/2014/main" id="{C32053E4-1E34-5A27-000B-A34B7F05649D}"/>
                </a:ext>
              </a:extLst>
            </p:cNvPr>
            <p:cNvCxnSpPr/>
            <p:nvPr/>
          </p:nvCxnSpPr>
          <p:spPr>
            <a:xfrm>
              <a:off x="666571" y="555477"/>
              <a:ext cx="1800000" cy="0"/>
            </a:xfrm>
            <a:prstGeom prst="line">
              <a:avLst/>
            </a:prstGeom>
            <a:ln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6" name="Conector recto 5">
              <a:extLst>
                <a:ext uri="{FF2B5EF4-FFF2-40B4-BE49-F238E27FC236}">
                  <a16:creationId xmlns:a16="http://schemas.microsoft.com/office/drawing/2014/main" id="{E9C5BED2-62C6-076D-1867-74C5505AE29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6572" y="555477"/>
              <a:ext cx="0" cy="1800000"/>
            </a:xfrm>
            <a:prstGeom prst="line">
              <a:avLst/>
            </a:prstGeom>
            <a:ln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</p:grpSp>
      <p:grpSp>
        <p:nvGrpSpPr>
          <p:cNvPr id="15" name="Grupo 14">
            <a:extLst>
              <a:ext uri="{FF2B5EF4-FFF2-40B4-BE49-F238E27FC236}">
                <a16:creationId xmlns:a16="http://schemas.microsoft.com/office/drawing/2014/main" id="{9B926922-FF30-067E-92E2-6AB244B38C5A}"/>
              </a:ext>
            </a:extLst>
          </p:cNvPr>
          <p:cNvGrpSpPr/>
          <p:nvPr/>
        </p:nvGrpSpPr>
        <p:grpSpPr>
          <a:xfrm>
            <a:off x="9725428" y="4484588"/>
            <a:ext cx="1800000" cy="1800000"/>
            <a:chOff x="9801881" y="4357800"/>
            <a:chExt cx="1800000" cy="1800000"/>
          </a:xfrm>
        </p:grpSpPr>
        <p:cxnSp>
          <p:nvCxnSpPr>
            <p:cNvPr id="11" name="Conector recto 10">
              <a:extLst>
                <a:ext uri="{FF2B5EF4-FFF2-40B4-BE49-F238E27FC236}">
                  <a16:creationId xmlns:a16="http://schemas.microsoft.com/office/drawing/2014/main" id="{098261D1-C218-1F92-3CB2-22EEB3F84E0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0701880" y="5257800"/>
              <a:ext cx="1800000" cy="0"/>
            </a:xfrm>
            <a:prstGeom prst="line">
              <a:avLst/>
            </a:prstGeom>
            <a:ln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2" name="Conector recto 11">
              <a:extLst>
                <a:ext uri="{FF2B5EF4-FFF2-40B4-BE49-F238E27FC236}">
                  <a16:creationId xmlns:a16="http://schemas.microsoft.com/office/drawing/2014/main" id="{40FAEB57-50A1-69FD-624B-507DBF00A7B1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0701881" y="5257800"/>
              <a:ext cx="0" cy="1800000"/>
            </a:xfrm>
            <a:prstGeom prst="line">
              <a:avLst/>
            </a:prstGeom>
            <a:ln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</p:grpSp>
      <p:grpSp>
        <p:nvGrpSpPr>
          <p:cNvPr id="17" name="Grupo 16">
            <a:extLst>
              <a:ext uri="{FF2B5EF4-FFF2-40B4-BE49-F238E27FC236}">
                <a16:creationId xmlns:a16="http://schemas.microsoft.com/office/drawing/2014/main" id="{67F496A9-631D-20CA-6F82-5995D31640D0}"/>
              </a:ext>
            </a:extLst>
          </p:cNvPr>
          <p:cNvGrpSpPr/>
          <p:nvPr/>
        </p:nvGrpSpPr>
        <p:grpSpPr>
          <a:xfrm rot="16200000">
            <a:off x="666571" y="4502524"/>
            <a:ext cx="1800000" cy="1800000"/>
            <a:chOff x="666571" y="555477"/>
            <a:chExt cx="1800000" cy="1800000"/>
          </a:xfrm>
        </p:grpSpPr>
        <p:cxnSp>
          <p:nvCxnSpPr>
            <p:cNvPr id="18" name="Conector recto 17">
              <a:extLst>
                <a:ext uri="{FF2B5EF4-FFF2-40B4-BE49-F238E27FC236}">
                  <a16:creationId xmlns:a16="http://schemas.microsoft.com/office/drawing/2014/main" id="{11ABC198-CD94-393C-B711-21C246B47C35}"/>
                </a:ext>
              </a:extLst>
            </p:cNvPr>
            <p:cNvCxnSpPr/>
            <p:nvPr/>
          </p:nvCxnSpPr>
          <p:spPr>
            <a:xfrm>
              <a:off x="666571" y="555477"/>
              <a:ext cx="1800000" cy="0"/>
            </a:xfrm>
            <a:prstGeom prst="line">
              <a:avLst/>
            </a:prstGeom>
            <a:ln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9" name="Conector recto 18">
              <a:extLst>
                <a:ext uri="{FF2B5EF4-FFF2-40B4-BE49-F238E27FC236}">
                  <a16:creationId xmlns:a16="http://schemas.microsoft.com/office/drawing/2014/main" id="{40AA491F-F2BE-A3B5-923C-493A334D2E4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6572" y="555477"/>
              <a:ext cx="0" cy="1800000"/>
            </a:xfrm>
            <a:prstGeom prst="line">
              <a:avLst/>
            </a:prstGeom>
            <a:ln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</p:grpSp>
      <p:grpSp>
        <p:nvGrpSpPr>
          <p:cNvPr id="20" name="Grupo 19">
            <a:extLst>
              <a:ext uri="{FF2B5EF4-FFF2-40B4-BE49-F238E27FC236}">
                <a16:creationId xmlns:a16="http://schemas.microsoft.com/office/drawing/2014/main" id="{EC4ED6A2-A125-9CEA-233B-F6C1632B2E1B}"/>
              </a:ext>
            </a:extLst>
          </p:cNvPr>
          <p:cNvGrpSpPr/>
          <p:nvPr/>
        </p:nvGrpSpPr>
        <p:grpSpPr>
          <a:xfrm rot="16200000">
            <a:off x="9725428" y="555477"/>
            <a:ext cx="1800000" cy="1800000"/>
            <a:chOff x="9801881" y="4357800"/>
            <a:chExt cx="1800000" cy="1800000"/>
          </a:xfrm>
        </p:grpSpPr>
        <p:cxnSp>
          <p:nvCxnSpPr>
            <p:cNvPr id="21" name="Conector recto 20">
              <a:extLst>
                <a:ext uri="{FF2B5EF4-FFF2-40B4-BE49-F238E27FC236}">
                  <a16:creationId xmlns:a16="http://schemas.microsoft.com/office/drawing/2014/main" id="{9481B8D4-6E58-0759-830B-548219FEE6E2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0701880" y="5257800"/>
              <a:ext cx="1800000" cy="0"/>
            </a:xfrm>
            <a:prstGeom prst="line">
              <a:avLst/>
            </a:prstGeom>
            <a:ln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22" name="Conector recto 21">
              <a:extLst>
                <a:ext uri="{FF2B5EF4-FFF2-40B4-BE49-F238E27FC236}">
                  <a16:creationId xmlns:a16="http://schemas.microsoft.com/office/drawing/2014/main" id="{625E2573-6E88-8EE9-A7B5-37B3C028E5AC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0701881" y="5257800"/>
              <a:ext cx="0" cy="1800000"/>
            </a:xfrm>
            <a:prstGeom prst="line">
              <a:avLst/>
            </a:prstGeom>
            <a:ln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5566533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DEAB065-85DD-F646-9E86-C9DE488BE7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35098137-8859-EE9A-E402-E6FF0831DBFB}"/>
              </a:ext>
            </a:extLst>
          </p:cNvPr>
          <p:cNvSpPr txBox="1"/>
          <p:nvPr/>
        </p:nvSpPr>
        <p:spPr>
          <a:xfrm>
            <a:off x="2281727" y="2264635"/>
            <a:ext cx="4349810" cy="23465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MX" sz="2000" dirty="0" err="1">
                <a:solidFill>
                  <a:schemeClr val="bg1"/>
                </a:solidFill>
              </a:rPr>
              <a:t>Saf</a:t>
            </a:r>
            <a:endParaRPr lang="es-MX" sz="2000" dirty="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s-CL" sz="2000" dirty="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CL" sz="2000" dirty="0">
                <a:solidFill>
                  <a:schemeClr val="bg1"/>
                </a:solidFill>
              </a:rPr>
              <a:t>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s-CL" sz="2000" dirty="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CL" sz="2000" dirty="0">
                <a:solidFill>
                  <a:schemeClr val="bg1"/>
                </a:solidFill>
              </a:rPr>
              <a:t>s</a:t>
            </a:r>
            <a:endParaRPr lang="es-MX" sz="2000" dirty="0">
              <a:solidFill>
                <a:schemeClr val="bg1"/>
              </a:solidFill>
            </a:endParaRPr>
          </a:p>
        </p:txBody>
      </p:sp>
      <p:grpSp>
        <p:nvGrpSpPr>
          <p:cNvPr id="25" name="Grupo 24">
            <a:extLst>
              <a:ext uri="{FF2B5EF4-FFF2-40B4-BE49-F238E27FC236}">
                <a16:creationId xmlns:a16="http://schemas.microsoft.com/office/drawing/2014/main" id="{95F60431-8AF3-D415-569D-826FF6D52E86}"/>
              </a:ext>
            </a:extLst>
          </p:cNvPr>
          <p:cNvGrpSpPr/>
          <p:nvPr/>
        </p:nvGrpSpPr>
        <p:grpSpPr>
          <a:xfrm>
            <a:off x="841727" y="546930"/>
            <a:ext cx="2880000" cy="540000"/>
            <a:chOff x="786213" y="521293"/>
            <a:chExt cx="2880000" cy="540000"/>
          </a:xfrm>
        </p:grpSpPr>
        <p:cxnSp>
          <p:nvCxnSpPr>
            <p:cNvPr id="10" name="Conector recto 9">
              <a:extLst>
                <a:ext uri="{FF2B5EF4-FFF2-40B4-BE49-F238E27FC236}">
                  <a16:creationId xmlns:a16="http://schemas.microsoft.com/office/drawing/2014/main" id="{F6F51E4A-3A5A-4079-2EBE-20C9105D2D80}"/>
                </a:ext>
              </a:extLst>
            </p:cNvPr>
            <p:cNvCxnSpPr/>
            <p:nvPr/>
          </p:nvCxnSpPr>
          <p:spPr>
            <a:xfrm>
              <a:off x="786213" y="521293"/>
              <a:ext cx="0" cy="540000"/>
            </a:xfrm>
            <a:prstGeom prst="line">
              <a:avLst/>
            </a:prstGeom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4" name="Conector recto 13">
              <a:extLst>
                <a:ext uri="{FF2B5EF4-FFF2-40B4-BE49-F238E27FC236}">
                  <a16:creationId xmlns:a16="http://schemas.microsoft.com/office/drawing/2014/main" id="{94E33B50-1631-00C4-6261-53E793C41154}"/>
                </a:ext>
              </a:extLst>
            </p:cNvPr>
            <p:cNvCxnSpPr>
              <a:cxnSpLocks/>
            </p:cNvCxnSpPr>
            <p:nvPr/>
          </p:nvCxnSpPr>
          <p:spPr>
            <a:xfrm>
              <a:off x="786213" y="1061293"/>
              <a:ext cx="2880000" cy="0"/>
            </a:xfrm>
            <a:prstGeom prst="line">
              <a:avLst/>
            </a:prstGeom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286011023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Personalizado 1">
      <a:dk1>
        <a:srgbClr val="1E293B"/>
      </a:dk1>
      <a:lt1>
        <a:srgbClr val="E2E8F0"/>
      </a:lt1>
      <a:dk2>
        <a:srgbClr val="0F172A"/>
      </a:dk2>
      <a:lt2>
        <a:srgbClr val="FFFFFF"/>
      </a:lt2>
      <a:accent1>
        <a:srgbClr val="EAB308"/>
      </a:accent1>
      <a:accent2>
        <a:srgbClr val="CA8A04"/>
      </a:accent2>
      <a:accent3>
        <a:srgbClr val="64748B"/>
      </a:accent3>
      <a:accent4>
        <a:srgbClr val="38BDF8"/>
      </a:accent4>
      <a:accent5>
        <a:srgbClr val="10B981"/>
      </a:accent5>
      <a:accent6>
        <a:srgbClr val="94A3B8"/>
      </a:accent6>
      <a:hlink>
        <a:srgbClr val="F59E0B"/>
      </a:hlink>
      <a:folHlink>
        <a:srgbClr val="94A3B8"/>
      </a:folHlink>
    </a:clrScheme>
    <a:fontScheme name="Personalizado 1">
      <a:majorFont>
        <a:latin typeface="Montserrat ExtraBold"/>
        <a:ea typeface=""/>
        <a:cs typeface=""/>
      </a:majorFont>
      <a:minorFont>
        <a:latin typeface="Inte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</TotalTime>
  <Words>4</Words>
  <Application>Microsoft Office PowerPoint</Application>
  <PresentationFormat>Panorámica</PresentationFormat>
  <Paragraphs>6</Paragraphs>
  <Slides>2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</vt:i4>
      </vt:variant>
    </vt:vector>
  </HeadingPairs>
  <TitlesOfParts>
    <vt:vector size="6" baseType="lpstr">
      <vt:lpstr>Arial</vt:lpstr>
      <vt:lpstr>Inter</vt:lpstr>
      <vt:lpstr>Montserrat ExtraBold</vt:lpstr>
      <vt:lpstr>Tema de Office</vt:lpstr>
      <vt:lpstr>EventApp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Alzion Destt</dc:creator>
  <cp:lastModifiedBy>Benjamín Díaz</cp:lastModifiedBy>
  <cp:revision>6</cp:revision>
  <dcterms:created xsi:type="dcterms:W3CDTF">2025-07-23T00:59:00Z</dcterms:created>
  <dcterms:modified xsi:type="dcterms:W3CDTF">2026-08-31T05:54:55Z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3EA4C230D22F4036B2EC09D41B17602C_13</vt:lpwstr>
  </property>
  <property fmtid="{D5CDD505-2E9C-101B-9397-08002B2CF9AE}" pid="3" name="KSOProductBuildVer">
    <vt:lpwstr>2052-12.1.0.21915</vt:lpwstr>
  </property>
</Properties>
</file>